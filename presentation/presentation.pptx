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Представиться, назвать тему и цель: автоматизировать приём и обработку заявок на общежитие.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Иногородних студентов больше половины, заявок много. Ручной учёт даёт потери и дубли.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eGov.kz, UniDorm 2.0, Platonus — крупные решения; вузу нужен простой внутренний учёт.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функциональных и 4 нефункциональных требования; критерии приёмки зафиксированы в docs/.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Выбрана инкрементная модель: проект небольшой, каждый инкремент проверяется 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 лекциями: циклы, функции, коллекции, строки, структуры и перечисления.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живой запуск: подача заявки с ошибкой, смена статуса, недопустимый переход, поиск.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автотестов: основные, ошибочный ввод, граничные, регрессионные. Найдено и исправлено 4 дефекта.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выполнен индивидуально: анализ, код, тесты, документация, презентация.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рабочее приложение с проверкой данных, жизненным циклом заявки и протоколом тестов.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учета заявок на общежитие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 · Языки и технология программирования · Тема 20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972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Дюсембаев Дамир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ИС 25-22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актуальность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364,5 тыс.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иногородних студентов из 678 тыс. по стране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37560" y="1143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37560" y="1280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иногородних среди всех студентов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1143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280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риска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 заявок, ошибки данных, дубли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лёгкий инструмент приёма заявок с проверкой данных, статусами, поиском и историей.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цифр: BES.media (заседание фракции Respublica)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аналогов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eGov.kz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Онлайн-заявка, отслеживание статуса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Госсервис, нет внутреннего учёта вуза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UniDorm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Выбор комнат, очередь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Масштабная платформа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Platonus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студентов и сотрудников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Универсальная система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учёт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Приём по очередности и конкурсу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проверки, поиска, истории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нужен лёгкий инструмент с проверкой ввода и контролем статусов.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заявки с проверкой полей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 сортировка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фильтры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по правилам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статистика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 дубля активной заявки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Нефункциональные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3.8+, без зависимостей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Сохранность данных (JSON)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Понятные сообщения об ошибках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к пустому вводу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ЖЦ и архитектура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097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4884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48840" y="1097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сортировка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0" y="1097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3212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1097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2376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23760" y="1097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дефекты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Инкрементная модель: 5 инкрементов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Валидаторы → Application / Status → DormRegistry → JSON → консольное меню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Новая → На рассмотрении → Одобрена / Отклонена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и структуры данных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Application, Enum Status (лекция 8)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допустимых переходов TRANSITIONS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выражения для ФИО и телефона (лекция 7)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повторного ввода и главное меню (лекция 4)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 по ключу, поиск и фильтр по списку (лекции 5–6)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и демонстрация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7" name="Image 0" descr="../screenshots/01_podacha_zayavk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480560" cy="3456432"/>
          </a:xfrm>
          <a:prstGeom prst="rect">
            <a:avLst/>
          </a:prstGeom>
        </p:spPr>
      </p:pic>
      <p:pic>
        <p:nvPicPr>
          <p:cNvPr id="8" name="Image 1" descr="../screenshots/03_status_po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005840"/>
            <a:ext cx="2852928" cy="34564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заявки с повторным вводом и смена статусов (консоль)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тестирования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43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37560" y="1097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37560" y="1143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26480" y="1097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43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920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дефекта исправлено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7432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основных, 4 ошибочного ввода, 3 граничных, 4 регрессионных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ФИО из дефисов · D2: нелатинские цифры · D3: курс True · D4: падение при Ctrl+D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Протокол: tests/protocol.md; запуск: python tests/run_protocol.py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README и вклад автора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анализ, аналоги и источники, запуск, скриншоты, протокол тестов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Структура: src/, tests/, docs/, screenshots/, presentation/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коммитов по инкрементам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автора: 100% (индивидуальный проект)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перспективы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Дюсембаев Дамир · ИС 25-22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приложение приёма и обработки заявок на общежитие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Применены циклы, функции, коллекции, строки, dataclass и Enum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16 тестами, найденные дефекты исправлены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Развитие: веб-интерфейс, роли пользователей, база данных, учёт комнат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учета заявок на общежитие</dc:title>
  <dc:subject>PptxGenJS Presentation</dc:subject>
  <dc:creator>Дюсембаев Дамир</dc:creator>
  <cp:lastModifiedBy>Дюсембаев Дамир</cp:lastModifiedBy>
  <cp:revision>1</cp:revision>
  <dcterms:created xsi:type="dcterms:W3CDTF">2026-10-21T08:53:34Z</dcterms:created>
  <dcterms:modified xsi:type="dcterms:W3CDTF">2026-10-21T08:53:34Z</dcterms:modified>
</cp:coreProperties>
</file>